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8" r:id="rId2"/>
    <p:sldId id="260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11124"/>
    <a:srgbClr val="8AC4A7"/>
    <a:srgbClr val="1347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22F081-8F71-41A2-8258-8D9E5B6FFC40}" v="15" dt="2023-06-15T22:26:16.9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135" autoAdjust="0"/>
    <p:restoredTop sz="94660"/>
  </p:normalViewPr>
  <p:slideViewPr>
    <p:cSldViewPr snapToGrid="0">
      <p:cViewPr varScale="1">
        <p:scale>
          <a:sx n="124" d="100"/>
          <a:sy n="124" d="100"/>
        </p:scale>
        <p:origin x="2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an Chandler" userId="e982cce434d92281" providerId="LiveId" clId="{1422F081-8F71-41A2-8258-8D9E5B6FFC40}"/>
    <pc:docChg chg="undo custSel addSld modSld">
      <pc:chgData name="Sean Chandler" userId="e982cce434d92281" providerId="LiveId" clId="{1422F081-8F71-41A2-8258-8D9E5B6FFC40}" dt="2023-06-15T22:26:16.920" v="247"/>
      <pc:docMkLst>
        <pc:docMk/>
      </pc:docMkLst>
      <pc:sldChg chg="addSp delSp modSp mod setBg">
        <pc:chgData name="Sean Chandler" userId="e982cce434d92281" providerId="LiveId" clId="{1422F081-8F71-41A2-8258-8D9E5B6FFC40}" dt="2023-06-15T22:26:16.920" v="247"/>
        <pc:sldMkLst>
          <pc:docMk/>
          <pc:sldMk cId="4030323951" sldId="259"/>
        </pc:sldMkLst>
        <pc:spChg chg="add del mod">
          <ac:chgData name="Sean Chandler" userId="e982cce434d92281" providerId="LiveId" clId="{1422F081-8F71-41A2-8258-8D9E5B6FFC40}" dt="2023-06-15T22:18:18.755" v="31" actId="478"/>
          <ac:spMkLst>
            <pc:docMk/>
            <pc:sldMk cId="4030323951" sldId="259"/>
            <ac:spMk id="3" creationId="{6B3EEC9C-0F07-A5F4-6DD0-ECD1CCB5E89D}"/>
          </ac:spMkLst>
        </pc:spChg>
        <pc:spChg chg="add mod">
          <ac:chgData name="Sean Chandler" userId="e982cce434d92281" providerId="LiveId" clId="{1422F081-8F71-41A2-8258-8D9E5B6FFC40}" dt="2023-06-15T22:21:33.218" v="65" actId="1076"/>
          <ac:spMkLst>
            <pc:docMk/>
            <pc:sldMk cId="4030323951" sldId="259"/>
            <ac:spMk id="5" creationId="{D1024B88-2E71-C3C4-2CA2-E96DDC27E8E0}"/>
          </ac:spMkLst>
        </pc:spChg>
        <pc:spChg chg="add del mod modCrop">
          <ac:chgData name="Sean Chandler" userId="e982cce434d92281" providerId="LiveId" clId="{1422F081-8F71-41A2-8258-8D9E5B6FFC40}" dt="2023-06-15T22:26:16.920" v="247"/>
          <ac:spMkLst>
            <pc:docMk/>
            <pc:sldMk cId="4030323951" sldId="259"/>
            <ac:spMk id="6" creationId="{0D13B047-E261-446D-647E-B21DC86E9ED9}"/>
          </ac:spMkLst>
        </pc:spChg>
        <pc:spChg chg="add del mod">
          <ac:chgData name="Sean Chandler" userId="e982cce434d92281" providerId="LiveId" clId="{1422F081-8F71-41A2-8258-8D9E5B6FFC40}" dt="2023-06-15T22:21:45.676" v="75" actId="478"/>
          <ac:spMkLst>
            <pc:docMk/>
            <pc:sldMk cId="4030323951" sldId="259"/>
            <ac:spMk id="7" creationId="{3E4C92C4-D63A-B866-9081-EB2D7A5E1428}"/>
          </ac:spMkLst>
        </pc:spChg>
        <pc:spChg chg="add mod modCrop">
          <ac:chgData name="Sean Chandler" userId="e982cce434d92281" providerId="LiveId" clId="{1422F081-8F71-41A2-8258-8D9E5B6FFC40}" dt="2023-06-15T22:26:16.920" v="247"/>
          <ac:spMkLst>
            <pc:docMk/>
            <pc:sldMk cId="4030323951" sldId="259"/>
            <ac:spMk id="8" creationId="{7978CA5B-35DC-50C4-C353-095B3457AC5D}"/>
          </ac:spMkLst>
        </pc:spChg>
        <pc:spChg chg="add mod modCrop">
          <ac:chgData name="Sean Chandler" userId="e982cce434d92281" providerId="LiveId" clId="{1422F081-8F71-41A2-8258-8D9E5B6FFC40}" dt="2023-06-15T22:26:16.920" v="247"/>
          <ac:spMkLst>
            <pc:docMk/>
            <pc:sldMk cId="4030323951" sldId="259"/>
            <ac:spMk id="9" creationId="{0004BAD8-0CFB-125F-0914-05A5F6A6E8AF}"/>
          </ac:spMkLst>
        </pc:spChg>
        <pc:spChg chg="mod">
          <ac:chgData name="Sean Chandler" userId="e982cce434d92281" providerId="LiveId" clId="{1422F081-8F71-41A2-8258-8D9E5B6FFC40}" dt="2023-06-15T22:14:56.729" v="18" actId="14100"/>
          <ac:spMkLst>
            <pc:docMk/>
            <pc:sldMk cId="4030323951" sldId="259"/>
            <ac:spMk id="12" creationId="{28D70E98-70CC-51EB-4EEE-524AB61459D0}"/>
          </ac:spMkLst>
        </pc:spChg>
        <pc:spChg chg="del mod">
          <ac:chgData name="Sean Chandler" userId="e982cce434d92281" providerId="LiveId" clId="{1422F081-8F71-41A2-8258-8D9E5B6FFC40}" dt="2023-06-15T22:14:13.732" v="8" actId="478"/>
          <ac:spMkLst>
            <pc:docMk/>
            <pc:sldMk cId="4030323951" sldId="259"/>
            <ac:spMk id="14" creationId="{75B08882-9401-4C3E-C6B4-FBDA3B70E9BF}"/>
          </ac:spMkLst>
        </pc:spChg>
        <pc:spChg chg="mod">
          <ac:chgData name="Sean Chandler" userId="e982cce434d92281" providerId="LiveId" clId="{1422F081-8F71-41A2-8258-8D9E5B6FFC40}" dt="2023-06-15T22:14:53.103" v="17" actId="1076"/>
          <ac:spMkLst>
            <pc:docMk/>
            <pc:sldMk cId="4030323951" sldId="259"/>
            <ac:spMk id="16" creationId="{3BC1E334-9D95-3DE9-390B-2C1AB27CF53C}"/>
          </ac:spMkLst>
        </pc:spChg>
        <pc:spChg chg="mod">
          <ac:chgData name="Sean Chandler" userId="e982cce434d92281" providerId="LiveId" clId="{1422F081-8F71-41A2-8258-8D9E5B6FFC40}" dt="2023-06-15T22:14:44.120" v="15" actId="164"/>
          <ac:spMkLst>
            <pc:docMk/>
            <pc:sldMk cId="4030323951" sldId="259"/>
            <ac:spMk id="21" creationId="{4992C29F-1285-326F-15A3-6406656694B5}"/>
          </ac:spMkLst>
        </pc:spChg>
        <pc:spChg chg="mod">
          <ac:chgData name="Sean Chandler" userId="e982cce434d92281" providerId="LiveId" clId="{1422F081-8F71-41A2-8258-8D9E5B6FFC40}" dt="2023-06-15T22:14:44.120" v="15" actId="164"/>
          <ac:spMkLst>
            <pc:docMk/>
            <pc:sldMk cId="4030323951" sldId="259"/>
            <ac:spMk id="22" creationId="{8264E66E-AC5F-7B5C-A7A3-23C05545C177}"/>
          </ac:spMkLst>
        </pc:spChg>
        <pc:spChg chg="mod">
          <ac:chgData name="Sean Chandler" userId="e982cce434d92281" providerId="LiveId" clId="{1422F081-8F71-41A2-8258-8D9E5B6FFC40}" dt="2023-06-15T22:14:44.120" v="15" actId="164"/>
          <ac:spMkLst>
            <pc:docMk/>
            <pc:sldMk cId="4030323951" sldId="259"/>
            <ac:spMk id="23" creationId="{1DB2FF43-CF5D-5979-F9C4-01DA02FF2A03}"/>
          </ac:spMkLst>
        </pc:spChg>
        <pc:spChg chg="mod">
          <ac:chgData name="Sean Chandler" userId="e982cce434d92281" providerId="LiveId" clId="{1422F081-8F71-41A2-8258-8D9E5B6FFC40}" dt="2023-06-15T22:14:44.120" v="15" actId="164"/>
          <ac:spMkLst>
            <pc:docMk/>
            <pc:sldMk cId="4030323951" sldId="259"/>
            <ac:spMk id="24" creationId="{2ECD21B2-020C-AC37-2853-C16DAA4EDAE4}"/>
          </ac:spMkLst>
        </pc:spChg>
        <pc:spChg chg="mod">
          <ac:chgData name="Sean Chandler" userId="e982cce434d92281" providerId="LiveId" clId="{1422F081-8F71-41A2-8258-8D9E5B6FFC40}" dt="2023-06-15T22:14:44.120" v="15" actId="164"/>
          <ac:spMkLst>
            <pc:docMk/>
            <pc:sldMk cId="4030323951" sldId="259"/>
            <ac:spMk id="25" creationId="{4DBB997C-26EE-3B58-A0E5-7BD113786845}"/>
          </ac:spMkLst>
        </pc:spChg>
        <pc:spChg chg="mod">
          <ac:chgData name="Sean Chandler" userId="e982cce434d92281" providerId="LiveId" clId="{1422F081-8F71-41A2-8258-8D9E5B6FFC40}" dt="2023-06-15T22:14:44.120" v="15" actId="164"/>
          <ac:spMkLst>
            <pc:docMk/>
            <pc:sldMk cId="4030323951" sldId="259"/>
            <ac:spMk id="26" creationId="{38B91206-AA03-00DF-3508-5269E6F4545A}"/>
          </ac:spMkLst>
        </pc:spChg>
        <pc:spChg chg="del">
          <ac:chgData name="Sean Chandler" userId="e982cce434d92281" providerId="LiveId" clId="{1422F081-8F71-41A2-8258-8D9E5B6FFC40}" dt="2023-06-15T22:13:50.144" v="0" actId="478"/>
          <ac:spMkLst>
            <pc:docMk/>
            <pc:sldMk cId="4030323951" sldId="259"/>
            <ac:spMk id="27" creationId="{7F532466-FFED-29DA-C5D2-890B88B4159B}"/>
          </ac:spMkLst>
        </pc:spChg>
        <pc:grpChg chg="add mod">
          <ac:chgData name="Sean Chandler" userId="e982cce434d92281" providerId="LiveId" clId="{1422F081-8F71-41A2-8258-8D9E5B6FFC40}" dt="2023-06-15T22:14:48.369" v="16" actId="14100"/>
          <ac:grpSpMkLst>
            <pc:docMk/>
            <pc:sldMk cId="4030323951" sldId="259"/>
            <ac:grpSpMk id="2" creationId="{D15A6DDB-3962-1822-69D9-DD5EED7BE427}"/>
          </ac:grpSpMkLst>
        </pc:grpChg>
      </pc:sldChg>
      <pc:sldChg chg="addSp modSp new">
        <pc:chgData name="Sean Chandler" userId="e982cce434d92281" providerId="LiveId" clId="{1422F081-8F71-41A2-8258-8D9E5B6FFC40}" dt="2023-06-15T22:25:57.432" v="246"/>
        <pc:sldMkLst>
          <pc:docMk/>
          <pc:sldMk cId="1452334846" sldId="260"/>
        </pc:sldMkLst>
        <pc:spChg chg="add mod">
          <ac:chgData name="Sean Chandler" userId="e982cce434d92281" providerId="LiveId" clId="{1422F081-8F71-41A2-8258-8D9E5B6FFC40}" dt="2023-06-15T22:25:57.432" v="246"/>
          <ac:spMkLst>
            <pc:docMk/>
            <pc:sldMk cId="1452334846" sldId="260"/>
            <ac:spMk id="4" creationId="{A9880038-5803-C429-52F7-EE7ADC237286}"/>
          </ac:spMkLst>
        </pc:spChg>
        <pc:spChg chg="add mod">
          <ac:chgData name="Sean Chandler" userId="e982cce434d92281" providerId="LiveId" clId="{1422F081-8F71-41A2-8258-8D9E5B6FFC40}" dt="2023-06-15T22:25:57.432" v="246"/>
          <ac:spMkLst>
            <pc:docMk/>
            <pc:sldMk cId="1452334846" sldId="260"/>
            <ac:spMk id="5" creationId="{98ADB16C-E371-FC5B-832B-6F1FCB69D4AC}"/>
          </ac:spMkLst>
        </pc:spChg>
        <pc:spChg chg="add mod">
          <ac:chgData name="Sean Chandler" userId="e982cce434d92281" providerId="LiveId" clId="{1422F081-8F71-41A2-8258-8D9E5B6FFC40}" dt="2023-06-15T22:25:57.432" v="246"/>
          <ac:spMkLst>
            <pc:docMk/>
            <pc:sldMk cId="1452334846" sldId="260"/>
            <ac:spMk id="6" creationId="{6C1A6DA8-6A0A-43B5-4B17-37DE77E3BA8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73528EB6-4456-4A46-8ABD-9A088EC1A611}" type="datetimeFigureOut">
              <a:rPr lang="en-US" smtClean="0"/>
              <a:t>1/19/26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8AEDD10A-36C1-4E9A-9B9C-1744F43F479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3309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28EB6-4456-4A46-8ABD-9A088EC1A611}" type="datetimeFigureOut">
              <a:rPr lang="en-US" smtClean="0"/>
              <a:t>1/19/26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DD10A-36C1-4E9A-9B9C-1744F43F479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75467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28EB6-4456-4A46-8ABD-9A088EC1A611}" type="datetimeFigureOut">
              <a:rPr lang="en-US" smtClean="0"/>
              <a:t>1/19/26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DD10A-36C1-4E9A-9B9C-1744F43F479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9299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28EB6-4456-4A46-8ABD-9A088EC1A611}" type="datetimeFigureOut">
              <a:rPr lang="en-US" smtClean="0"/>
              <a:t>1/19/26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DD10A-36C1-4E9A-9B9C-1744F43F479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3182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28EB6-4456-4A46-8ABD-9A088EC1A611}" type="datetimeFigureOut">
              <a:rPr lang="en-US" smtClean="0"/>
              <a:t>1/19/26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DD10A-36C1-4E9A-9B9C-1744F43F479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4571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28EB6-4456-4A46-8ABD-9A088EC1A611}" type="datetimeFigureOut">
              <a:rPr lang="en-US" smtClean="0"/>
              <a:t>1/19/26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DD10A-36C1-4E9A-9B9C-1744F43F479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9480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28EB6-4456-4A46-8ABD-9A088EC1A611}" type="datetimeFigureOut">
              <a:rPr lang="en-US" smtClean="0"/>
              <a:t>1/19/26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DD10A-36C1-4E9A-9B9C-1744F43F479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736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28EB6-4456-4A46-8ABD-9A088EC1A611}" type="datetimeFigureOut">
              <a:rPr lang="en-US" smtClean="0"/>
              <a:t>1/19/26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DD10A-36C1-4E9A-9B9C-1744F43F479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19499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28EB6-4456-4A46-8ABD-9A088EC1A611}" type="datetimeFigureOut">
              <a:rPr lang="en-US" smtClean="0"/>
              <a:t>1/19/26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DD10A-36C1-4E9A-9B9C-1744F43F479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1198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28EB6-4456-4A46-8ABD-9A088EC1A611}" type="datetimeFigureOut">
              <a:rPr lang="en-US" smtClean="0"/>
              <a:t>1/19/26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DD10A-36C1-4E9A-9B9C-1744F43F479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8576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28EB6-4456-4A46-8ABD-9A088EC1A611}" type="datetimeFigureOut">
              <a:rPr lang="en-US" smtClean="0"/>
              <a:t>1/19/26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DD10A-36C1-4E9A-9B9C-1744F43F479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143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28EB6-4456-4A46-8ABD-9A088EC1A611}" type="datetimeFigureOut">
              <a:rPr lang="en-US" smtClean="0"/>
              <a:t>1/19/26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DD10A-36C1-4E9A-9B9C-1744F43F4790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708420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28EB6-4456-4A46-8ABD-9A088EC1A611}" type="datetimeFigureOut">
              <a:rPr lang="en-US" smtClean="0"/>
              <a:t>1/19/26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DD10A-36C1-4E9A-9B9C-1744F43F479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93611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28EB6-4456-4A46-8ABD-9A088EC1A611}" type="datetimeFigureOut">
              <a:rPr lang="en-US" smtClean="0"/>
              <a:t>1/19/26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DD10A-36C1-4E9A-9B9C-1744F43F479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75270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28EB6-4456-4A46-8ABD-9A088EC1A611}" type="datetimeFigureOut">
              <a:rPr lang="en-US" smtClean="0"/>
              <a:t>1/19/26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DD10A-36C1-4E9A-9B9C-1744F43F479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48004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28EB6-4456-4A46-8ABD-9A088EC1A611}" type="datetimeFigureOut">
              <a:rPr lang="en-US" smtClean="0"/>
              <a:t>1/19/26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DD10A-36C1-4E9A-9B9C-1744F43F479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69215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28EB6-4456-4A46-8ABD-9A088EC1A611}" type="datetimeFigureOut">
              <a:rPr lang="en-US" smtClean="0"/>
              <a:t>1/19/26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DD10A-36C1-4E9A-9B9C-1744F43F479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012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528EB6-4456-4A46-8ABD-9A088EC1A611}" type="datetimeFigureOut">
              <a:rPr lang="en-US" smtClean="0"/>
              <a:t>1/19/26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EDD10A-36C1-4E9A-9B9C-1744F43F479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186858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D70E98-70CC-51EB-4EEE-524AB61459D0}"/>
              </a:ext>
            </a:extLst>
          </p:cNvPr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gradFill flip="none" rotWithShape="1">
            <a:gsLst>
              <a:gs pos="0">
                <a:srgbClr val="B11124"/>
              </a:gs>
              <a:gs pos="100000">
                <a:schemeClr val="tx1">
                  <a:lumMod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7891AC3-3B87-BC96-3BA6-C8FA96422AB2}"/>
              </a:ext>
            </a:extLst>
          </p:cNvPr>
          <p:cNvSpPr/>
          <p:nvPr/>
        </p:nvSpPr>
        <p:spPr>
          <a:xfrm>
            <a:off x="0" y="6513922"/>
            <a:ext cx="12192000" cy="344078"/>
          </a:xfrm>
          <a:prstGeom prst="rect">
            <a:avLst/>
          </a:prstGeom>
          <a:gradFill flip="none" rotWithShape="1">
            <a:gsLst>
              <a:gs pos="0">
                <a:srgbClr val="C00000"/>
              </a:gs>
              <a:gs pos="100000">
                <a:schemeClr val="tx1">
                  <a:lumMod val="85000"/>
                </a:scheme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1400" b="1" dirty="0">
              <a:latin typeface="Bahnschrift Condensed" panose="020B0502040204020203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B08882-9401-4C3E-C6B4-FBDA3B70E9BF}"/>
              </a:ext>
            </a:extLst>
          </p:cNvPr>
          <p:cNvSpPr/>
          <p:nvPr/>
        </p:nvSpPr>
        <p:spPr>
          <a:xfrm>
            <a:off x="0" y="443059"/>
            <a:ext cx="12192000" cy="457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  <a:lumOff val="50000"/>
                </a:schemeClr>
              </a:gs>
              <a:gs pos="100000">
                <a:schemeClr val="tx1">
                  <a:lumMod val="85000"/>
                </a:scheme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269D607-F5DE-2157-9054-80832B162328}"/>
              </a:ext>
            </a:extLst>
          </p:cNvPr>
          <p:cNvSpPr/>
          <p:nvPr/>
        </p:nvSpPr>
        <p:spPr>
          <a:xfrm>
            <a:off x="0" y="6468203"/>
            <a:ext cx="12192000" cy="457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  <a:lumOff val="50000"/>
                </a:schemeClr>
              </a:gs>
              <a:gs pos="100000">
                <a:schemeClr val="tx1">
                  <a:lumMod val="8500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BC1E334-9D95-3DE9-390B-2C1AB27CF53C}"/>
              </a:ext>
            </a:extLst>
          </p:cNvPr>
          <p:cNvSpPr txBox="1"/>
          <p:nvPr/>
        </p:nvSpPr>
        <p:spPr>
          <a:xfrm>
            <a:off x="0" y="-8837"/>
            <a:ext cx="331077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spc="300" dirty="0"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ahnschrift Condensed" panose="020B0502040204020203" pitchFamily="34" charset="0"/>
              </a:rPr>
              <a:t>HR Report: HEADCOUNT</a:t>
            </a:r>
            <a:endParaRPr lang="en-US" sz="2500" b="1" spc="30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Bahnschrift Condensed" panose="020B0502040204020203" pitchFamily="34" charset="0"/>
            </a:endParaRPr>
          </a:p>
        </p:txBody>
      </p:sp>
      <p:sp>
        <p:nvSpPr>
          <p:cNvPr id="27" name="Rectangle: Top Corners Rounded 26">
            <a:extLst>
              <a:ext uri="{FF2B5EF4-FFF2-40B4-BE49-F238E27FC236}">
                <a16:creationId xmlns:a16="http://schemas.microsoft.com/office/drawing/2014/main" id="{7F532466-FFED-29DA-C5D2-890B88B4159B}"/>
              </a:ext>
            </a:extLst>
          </p:cNvPr>
          <p:cNvSpPr/>
          <p:nvPr/>
        </p:nvSpPr>
        <p:spPr>
          <a:xfrm rot="16200000">
            <a:off x="6234984" y="526329"/>
            <a:ext cx="5794190" cy="5904322"/>
          </a:xfrm>
          <a:prstGeom prst="round2SameRect">
            <a:avLst>
              <a:gd name="adj1" fmla="val 3766"/>
              <a:gd name="adj2" fmla="val 0"/>
            </a:avLst>
          </a:prstGeom>
          <a:solidFill>
            <a:schemeClr val="tx1">
              <a:lumMod val="85000"/>
            </a:schemeClr>
          </a:solidFill>
          <a:ln>
            <a:solidFill>
              <a:schemeClr val="tx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65572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96ABBA-20D6-81D5-7E96-FA651E222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04603F0-326F-9B3B-CBB0-CECC6E22B97B}"/>
              </a:ext>
            </a:extLst>
          </p:cNvPr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gradFill flip="none" rotWithShape="1">
            <a:gsLst>
              <a:gs pos="0">
                <a:srgbClr val="B11124"/>
              </a:gs>
              <a:gs pos="100000">
                <a:schemeClr val="tx1">
                  <a:lumMod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1483FB2-A2AA-0F2B-EB9C-67F2E91EC2F6}"/>
              </a:ext>
            </a:extLst>
          </p:cNvPr>
          <p:cNvSpPr/>
          <p:nvPr/>
        </p:nvSpPr>
        <p:spPr>
          <a:xfrm>
            <a:off x="0" y="6513922"/>
            <a:ext cx="12192000" cy="344078"/>
          </a:xfrm>
          <a:prstGeom prst="rect">
            <a:avLst/>
          </a:prstGeom>
          <a:gradFill flip="none" rotWithShape="1">
            <a:gsLst>
              <a:gs pos="0">
                <a:srgbClr val="C00000"/>
              </a:gs>
              <a:gs pos="100000">
                <a:schemeClr val="tx1">
                  <a:lumMod val="85000"/>
                </a:scheme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ahnschrift Condensed" panose="020B0502040204020203" pitchFamily="34" charset="0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1FADB60-FE98-A6E6-B75D-0E6BD9610007}"/>
              </a:ext>
            </a:extLst>
          </p:cNvPr>
          <p:cNvSpPr/>
          <p:nvPr/>
        </p:nvSpPr>
        <p:spPr>
          <a:xfrm>
            <a:off x="0" y="443059"/>
            <a:ext cx="12192000" cy="457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  <a:lumOff val="50000"/>
                </a:schemeClr>
              </a:gs>
              <a:gs pos="100000">
                <a:schemeClr val="tx1">
                  <a:lumMod val="85000"/>
                </a:scheme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32C6E2-0338-C045-5C66-F88D08D3D1B3}"/>
              </a:ext>
            </a:extLst>
          </p:cNvPr>
          <p:cNvSpPr/>
          <p:nvPr/>
        </p:nvSpPr>
        <p:spPr>
          <a:xfrm>
            <a:off x="0" y="6468203"/>
            <a:ext cx="12192000" cy="457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  <a:lumOff val="50000"/>
                </a:schemeClr>
              </a:gs>
              <a:gs pos="100000">
                <a:schemeClr val="tx1">
                  <a:lumMod val="8500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56E0313-19FB-9E35-226D-718E1EBCF255}"/>
              </a:ext>
            </a:extLst>
          </p:cNvPr>
          <p:cNvSpPr txBox="1"/>
          <p:nvPr/>
        </p:nvSpPr>
        <p:spPr>
          <a:xfrm>
            <a:off x="0" y="-8837"/>
            <a:ext cx="46169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300" normalizeH="0" baseline="0" noProof="0" dirty="0">
                <a:ln>
                  <a:noFill/>
                </a:ln>
                <a:solidFill>
                  <a:srgbClr val="FAA93A">
                    <a:lumMod val="40000"/>
                    <a:lumOff val="60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ahnschrift Condensed" panose="020B0502040204020203" pitchFamily="34" charset="0"/>
                <a:ea typeface="+mn-ea"/>
                <a:cs typeface="+mn-cs"/>
              </a:rPr>
              <a:t>HR Report: </a:t>
            </a:r>
            <a:r>
              <a:rPr lang="en-US" sz="2500" b="1" spc="300" dirty="0">
                <a:solidFill>
                  <a:srgbClr val="FAA93A">
                    <a:lumMod val="40000"/>
                    <a:lumOff val="60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ahnschrift Condensed" panose="020B0502040204020203" pitchFamily="34" charset="0"/>
              </a:rPr>
              <a:t>EMPLOYEE TURNOVER</a:t>
            </a:r>
          </a:p>
        </p:txBody>
      </p:sp>
      <p:sp>
        <p:nvSpPr>
          <p:cNvPr id="27" name="Rectangle: Top Corners Rounded 26">
            <a:extLst>
              <a:ext uri="{FF2B5EF4-FFF2-40B4-BE49-F238E27FC236}">
                <a16:creationId xmlns:a16="http://schemas.microsoft.com/office/drawing/2014/main" id="{8F4818FD-3534-AD87-EE1A-801E3248E02F}"/>
              </a:ext>
            </a:extLst>
          </p:cNvPr>
          <p:cNvSpPr/>
          <p:nvPr/>
        </p:nvSpPr>
        <p:spPr>
          <a:xfrm rot="16200000">
            <a:off x="6234984" y="526329"/>
            <a:ext cx="5794190" cy="5904322"/>
          </a:xfrm>
          <a:prstGeom prst="round2SameRect">
            <a:avLst>
              <a:gd name="adj1" fmla="val 3766"/>
              <a:gd name="adj2" fmla="val 0"/>
            </a:avLst>
          </a:prstGeom>
          <a:solidFill>
            <a:schemeClr val="tx1">
              <a:lumMod val="85000"/>
            </a:schemeClr>
          </a:solidFill>
          <a:ln>
            <a:solidFill>
              <a:schemeClr val="tx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415158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218</TotalTime>
  <Words>9</Words>
  <Application>Microsoft Macintosh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Bahnschrift Condensed</vt:lpstr>
      <vt:lpstr>Tw Cen MT</vt:lpstr>
      <vt:lpstr>Circuit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Sean Chandler</dc:creator>
  <cp:lastModifiedBy>Wai Lin Htun</cp:lastModifiedBy>
  <cp:revision>5</cp:revision>
  <cp:lastPrinted>2026-01-15T06:31:35Z</cp:lastPrinted>
  <dcterms:created xsi:type="dcterms:W3CDTF">2023-06-11T16:30:15Z</dcterms:created>
  <dcterms:modified xsi:type="dcterms:W3CDTF">2026-01-19T09:09:16Z</dcterms:modified>
</cp:coreProperties>
</file>